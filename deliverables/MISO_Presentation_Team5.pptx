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Story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Framingham State Students Chose Their IT Platform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the CIO Should Do About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MISO Student Survey Analysis  |  2018 · 2021 · 2024  |  815 Respondents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 |  MISM 6213  |  Northeastern University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Framingham State University has surveyed students about IT services three times over six years using the MISO (Measuring Information Service Outcomes) survey — a nationally recognized benchmarking tool used by over 100 institutions.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377440" cy="182880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" cy="1828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Pre-COVID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 students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2377440" cy="182880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28600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During-COVID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313 students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377440" cy="182880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286000"/>
            <a:ext cx="54864" cy="1828800"/>
          </a:xfrm>
          <a:prstGeom prst="rect">
            <a:avLst/>
          </a:prstGeom>
          <a:solidFill>
            <a:srgbClr val="2787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8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Post-COVID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78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students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IT Services only  |  Student cohort  |  Likert-scale survey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Usage Has Dropped 20%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...and it has never recovered.</a:t>
            </a:r>
            <a:endParaRPr lang="en-US" sz="1600" dirty="0"/>
          </a:p>
        </p:txBody>
      </p:sp>
      <p:pic>
        <p:nvPicPr>
          <p:cNvPr id="4" name="Image 0" descr="/home/claude/pres_01_usage_dec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Satisfaction Went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use services less, but are happier when they do.</a:t>
            </a:r>
            <a:endParaRPr lang="en-US" sz="1500" dirty="0"/>
          </a:p>
        </p:txBody>
      </p:sp>
      <p:pic>
        <p:nvPicPr>
          <p:cNvPr id="4" name="Image 0" descr="/home/claude/pres_02_parad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a People Problem?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8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Helpdesk staff ratings are rock-solid across all three periods.</a:t>
            </a:r>
            <a:endParaRPr lang="en-US" sz="1500" dirty="0"/>
          </a:p>
        </p:txBody>
      </p:sp>
      <p:pic>
        <p:nvPicPr>
          <p:cNvPr id="4" name="Image 0" descr="/home/claude/pres_07_help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a Quality Problem?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78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Students with unmet needs dropped from 35% to just 16%.</a:t>
            </a:r>
            <a:endParaRPr lang="en-US" sz="1500" dirty="0"/>
          </a:p>
        </p:txBody>
      </p:sp>
      <p:pic>
        <p:nvPicPr>
          <p:cNvPr id="4" name="Image 0" descr="/home/claude/pres_05_gap_clo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Fact, Investment Has Worked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was the #1 pain point in 2018. Targeted investment closed the gap.</a:t>
            </a:r>
            <a:endParaRPr lang="en-US" sz="1500" dirty="0"/>
          </a:p>
        </p:txBody>
      </p:sp>
      <p:pic>
        <p:nvPicPr>
          <p:cNvPr id="4" name="Image 0" descr="/home/claude/pres_04_wifi_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680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AEB6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quality is better,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AEB6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staff is great,</a:t>
            </a:r>
            <a:endParaRPr lang="en-US" sz="2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AEB6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investments are working...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usage still falling?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Didn't Leave IT. They Left Banner.</a:t>
            </a:r>
            <a:endParaRPr lang="en-US" sz="2600" dirty="0"/>
          </a:p>
        </p:txBody>
      </p:sp>
      <p:pic>
        <p:nvPicPr>
          <p:cNvPr id="3" name="Image 0" descr="/home/claude/pres_03_aha_di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Most Students Don't Know What Else Exists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awareness has barely moved in six years. Students consolidated onto Canvas partly because they never learned about alternatives.</a:t>
            </a:r>
            <a:endParaRPr lang="en-US" sz="1400" dirty="0"/>
          </a:p>
        </p:txBody>
      </p:sp>
      <p:pic>
        <p:nvPicPr>
          <p:cNvPr id="4" name="Image 0" descr="/home/claude/pres_06_aware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the 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Students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is now the front door. Migrate Banner's most-used functions into Canvas integrations rather than maintaining a separate portal.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863840" cy="105156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54864" cy="1051560"/>
          </a:xfrm>
          <a:prstGeom prst="rect">
            <a:avLst/>
          </a:prstGeom>
          <a:solidFill>
            <a:srgbClr val="2787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87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Before You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a Banner usage audit to identify which functions students still need vs. which Canvas already replaced. Then retire or migrate.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solidFill>
            <a:srgbClr val="F4F6F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66160"/>
            <a:ext cx="54864" cy="1051560"/>
          </a:xfrm>
          <a:prstGeom prst="rect">
            <a:avLst/>
          </a:prstGeom>
          <a:solidFill>
            <a:srgbClr val="D492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92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Awareness Gap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service discovery. Use the WiFi playbook: identify the gap, invest in communication, measure with the next MISO survey.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 WiFi satisfaction (target 3.50+) | Awareness (target 65%+ Informed) | Banner usage (deliberate decline) | Canvas satisfaction (maintain 3.80+)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| MISM 6213 | Northeastern University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AEB6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shows students have</a:t>
            </a:r>
            <a:endParaRPr lang="en-US" sz="2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AEB6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chosen their platform.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we modernize Banner to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 with Canvas, or do we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accelerate the consolidation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are already demanding?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4480560"/>
            <a:ext cx="18288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 |  MISM 6213  |  Data source: MISO Survey, Framingham State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MISO Student Survey - IT Services Data Story</dc:title>
  <dc:subject>PptxGenJS Presentation</dc:subject>
  <dc:creator>Team 5</dc:creator>
  <cp:lastModifiedBy>Team 5</cp:lastModifiedBy>
  <cp:revision>1</cp:revision>
  <dcterms:created xsi:type="dcterms:W3CDTF">2026-04-01T18:16:57Z</dcterms:created>
  <dcterms:modified xsi:type="dcterms:W3CDTF">2026-04-01T18:16:57Z</dcterms:modified>
</cp:coreProperties>
</file>